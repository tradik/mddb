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7"/>
    <p:sldId id="257" r:id="rId6"/>
  </p:sldIdLst>
</p:presentation>
</file>

<file path=ppt/_rels/presentation.xml.rels><?xml version="1.0" encoding="UTF-8"?><Relationships xmlns="http://schemas.openxmlformats.org/package/2006/relationships"><Relationship Id="rId6" Type="http://schemas.openxmlformats.org/officeDocument/2006/relationships/slide" Target="slides/slide2.xml"/><Relationship Id="rId7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Pr>
            <p:ph type="sldImg"/>
          </p:nvPr>
        </p:nvSpPr>
      </p:sp>
      <p:sp>
        <p:nvSpPr>
          <p:nvPr>
            <p:ph type="body" idx="1"/>
          </p:nvPr>
        </p:nvSpPr>
        <p:txBody>
          <a:p>
            <a:r>
              <a:t>Mention the Lisbon office first.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Quarterly review</a:t>
            </a:r>
          </a:p>
        </p:txBody>
      </p:sp>
      <p:sp>
        <p:nvSpPr>
          <p:nvPr>
            <p:ph idx="1"/>
          </p:nvPr>
        </p:nvSpPr>
        <p:txBody>
          <a:p>
            <a:r>
              <a:t>Revenue up 12%</a:t>
            </a:r>
          </a:p>
          <a:p>
            <a:r>
              <a:t>Churn </a:t>
            </a:r>
            <a:br/>
            <a:r>
              <a:t>down to 3%</a:t>
            </a:r>
          </a:p>
        </p:txBody>
      </p:sp>
      <p:sp>
        <p:nvSpPr>
          <p:nvPr>
            <p:ph type="sldNum"/>
          </p:nvPr>
        </p:nvSpPr>
        <p:txBody>
          <a:p>
            <a:r>
              <a:t>7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Next steps</a:t>
            </a:r>
          </a:p>
        </p:txBody>
      </p:sp>
      <p:sp>
        <p:nvSpPr>
          <p:nvPr>
            <p:ph idx="1"/>
          </p:nvPr>
        </p:nvSpPr>
        <p:txBody>
          <a:p>
            <a:r>
              <a:t>Hire two engineers</a:t>
            </a:r>
          </a:p>
        </p:txBody>
      </p:sp>
      <p:sp>
        <p:nvSpPr>
          <p:nvPr>
            <p:ph type="sldNum"/>
          </p:nvPr>
        </p:nvSpPr>
        <p:txBody>
          <a:p>
            <a:r>
              <a:t>7</a:t>
            </a:r>
          </a:p>
        </p:txBody>
      </p:sp>
    </p:spTree>
  </p:cSld>
</p:sld>
</file>